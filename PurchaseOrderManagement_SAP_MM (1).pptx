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82524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· MATERIALS MANAGEMENT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Order Management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Using SAP MM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Purchase-to-Pay (P2P) implementation covering vendor and material master data, procurement documents, goods receipt, and invoice verification.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3200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578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
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Niharika  (AP23110011226)
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Sadiya Parvin  (AP23110011235)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5257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
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Edukondalu
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University, AP — Mangalagiri, Guntur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SAP S/4HANA and the MM module?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Enterprise Resource Planning (ERP) solution that manages procurement, production, sales, finance, and inventory within a single integrated system, improving efficiency and decision-making.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MM (Materials Management)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procurement, inventory management, and material planning — managing purchasing activities, vendor relationships, inventory levels, and timely material availability.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complete procurement process using SAP MM, from creating master data to invoice verification.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0" y="20802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2448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23960" y="18288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ERP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635240" y="33375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0" y="35890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37536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23960" y="33375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Flow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635240" y="48463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0" y="50977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52623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48463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25" y="202882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019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6974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complete Purchase-to-Pay (P2P) process using SAP S/4HANA MM — understanding the procurement lifecycle, creating purchasing documents, managing inventory transactions, and verifying supplier invoices through standard SAP transactions.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87452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265" y="202882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9019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37960" y="26974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procurement in many organizations leads to delays, data inconsistencies, duplicate records, and inefficient inventory management. A centralized ERP system is required to automate purchasing, maintain accurate inventory records, and streamline inter-department communication.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Purchase Order Management System built on SAP S/4HANA MM, automating procurement end-to-end.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786" y="24711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&amp; Material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accurate vendor and material master records.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426" y="247116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Requisitions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40233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internal material requests digitally.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066" y="247116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Orders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40233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official orders sent to vendors.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4400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0706" y="2471166"/>
            <a:ext cx="452628" cy="4526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Verification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26880" y="40233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 three-way match before payment.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efficient purchasing operations with accurate, real-time inventory management.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Module Used &amp; Business Scenario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25" y="198310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562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Materials Management (MM)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6517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SAP ERP module managing procurement and inventory functions — purchasing activities, material management, inventory control, and vendor management.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425196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(FI)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463600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544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(PP)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60120" y="502005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928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Distribution (SD)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150876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182880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265" y="1983105"/>
            <a:ext cx="377190" cy="377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18562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Scenario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37960" y="26517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regularly purchases laptops and office equipment from authorized vendors. When a department needs materials, it raises a Purchase Requisition; purchasing creates a Purchase Order for the selected vendor.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37960" y="41605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delivery, the warehouse records the Goods Receipt, updating inventory. Finally, the supplier invoice is verified before payment is processed.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Process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P2P cycle in SAP MM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828800" cy="18288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99232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651760"/>
            <a:ext cx="4572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Material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Creation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3493008"/>
            <a:ext cx="331470" cy="3291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10078" y="2743200"/>
            <a:ext cx="1828800" cy="18288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718" y="2999232"/>
            <a:ext cx="731520" cy="731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35958" y="2651760"/>
            <a:ext cx="4572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635758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42" y="3493008"/>
            <a:ext cx="331470" cy="32918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180076" y="2743200"/>
            <a:ext cx="1828800" cy="18288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16" y="2999232"/>
            <a:ext cx="731520" cy="7315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05956" y="2651760"/>
            <a:ext cx="4572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905756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3493008"/>
            <a:ext cx="331470" cy="32918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50074" y="2743200"/>
            <a:ext cx="1828800" cy="18288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8714" y="2999232"/>
            <a:ext cx="731520" cy="7315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775954" y="2651760"/>
            <a:ext cx="4572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7175754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2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3738" y="3493008"/>
            <a:ext cx="331470" cy="32918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720072" y="2743200"/>
            <a:ext cx="1828800" cy="182880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712" y="2999232"/>
            <a:ext cx="731520" cy="73152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1045952" y="2651760"/>
            <a:ext cx="4572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16"/>
          <p:cNvSpPr/>
          <p:nvPr/>
        </p:nvSpPr>
        <p:spPr>
          <a:xfrm>
            <a:off x="9445752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28" name="Text 17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MM01 / BP  →  ME51N  →  ME21N  →  MIGO  →  MIRO</a:t>
            </a:r>
            <a:endParaRPr lang="en-US" sz="1500" dirty="0"/>
          </a:p>
        </p:txBody>
      </p:sp>
      <p:sp>
        <p:nvSpPr>
          <p:cNvPr id="29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Codes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SAP T-codes exercised across the procurement cycle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T-Code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</a:rPr>
                        <a:t>Create Business Partner (Vendor)</a:t>
                      </a:r>
                      <a:endParaRPr lang="en-US" sz="13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MM01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</a:rPr>
                        <a:t>Create Material Master</a:t>
                      </a:r>
                      <a:endParaRPr lang="en-US" sz="13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ME51N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</a:rPr>
                        <a:t>Create Purchase Requisition</a:t>
                      </a:r>
                      <a:endParaRPr lang="en-US" sz="13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ME21N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</a:rPr>
                        <a:t>Create Purchase Order</a:t>
                      </a:r>
                      <a:endParaRPr lang="en-US" sz="13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MIGO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</a:rPr>
                        <a:t>Post Goods Receipt</a:t>
                      </a:r>
                      <a:endParaRPr lang="en-US" sz="13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</a:rPr>
                        <a:t>Invoice Verification</a:t>
                      </a:r>
                      <a:endParaRPr lang="en-US" sz="13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ME23N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</a:rPr>
                        <a:t>Display Purchase Order</a:t>
                      </a:r>
                      <a:endParaRPr lang="en-US" sz="13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 Creation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records required before any procurement transaction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999" y="209511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745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Master  </a:t>
            </a:r>
            <a:endParaRPr lang="en-US" sz="17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Transaction: BP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essential supplier information — name, address, contact details, payment terms, and purchasing data — ensuring procurement transactions are processed correctly.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39" y="209511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745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Master  </a:t>
            </a:r>
            <a:endParaRPr lang="en-US" sz="17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Transaction: MM01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material number, description, unit of measure, material type, valuation, and storage data — used throughout procurement and inventory processes.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Requisition &amp; Order Creation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business need into a formal order to the vendor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999" y="209511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745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Requisition  </a:t>
            </a:r>
            <a:endParaRPr lang="en-US" sz="170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Transaction: ME51N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request raised by a department to procure specific materials — specifying required material, quantity, and delivery date. It is the starting point of procurement.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202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39" y="209511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745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Order  </a:t>
            </a:r>
            <a:endParaRPr lang="en-US" sz="17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Transaction: ME21N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document issued to the vendor requesting supply of materials — including vendor details, material info, quantity, pricing, delivery schedule, and payment terms.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Receipt, Verification &amp; Display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out the procurement 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0574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839" y="22322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Goods Receipt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materials have been received from the vendor, updating inventory quantities in the SAP system.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0574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439" y="223227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Verification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8056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0" y="39319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 three-way match between the invoice, Purchase Order, and Goods Receipt before payment approval.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55280" y="173736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281160" y="20574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039" y="2232279"/>
            <a:ext cx="427482" cy="4274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Order Display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13816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ME23N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0" y="39319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users view vendor, material, pricing, delivery status, and document history for procurement tracking.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Order Management System was successfully implemented using SAP S/4HANA MM, executing the complete procurement cycle end-to-end.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68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Transactions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219456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2468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47872" y="34747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Stages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219456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318504" y="2468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3-Way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18504" y="34747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Invoice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51976" y="219456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089136" y="2468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89136" y="34747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Traceability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creation → Material creation → Purchase requisition → Purchase order → Goods receipt → Invoice verification, demonstrating how SAP automates procurement while maintaining accurate inventory and purchasing records.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183565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procurement process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documentation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inventory accuracy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vendor management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transparency in purchasing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faster decision-making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258" y="183565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trained SAP users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implementation cost is high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requires technical expertise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on accurate master data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⚠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costs can be significant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11" y="150533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057400"/>
            <a:ext cx="5257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purchase approval workflows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SAP FICO for auto payments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evaluation reports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dashboards via SAP Analytics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approval of purchase orders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forecasting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6459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691" y="177965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45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3774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the end-to-end procurement process using SAP S/4HANA Materials Management — providing practical knowledge of procurement, inventory management, and invoice verification.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37960" y="416052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highlights how ERP systems improve operational efficiency, reduce manual effort, and ensure accurate transactions — strengthening a real-world understanding of SAP MM concepts.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Purchase Order Management System Using SAP S/4HANA (SAP MM)</dc:title>
  <dc:subject>PptxGenJS Presentation</dc:subject>
  <dc:creator>R Niharika, Sk Sadiya Parvin</dc:creator>
  <cp:lastModifiedBy>R Niharika, Sk Sadiya Parvin</cp:lastModifiedBy>
  <cp:revision>1</cp:revision>
  <dcterms:created xsi:type="dcterms:W3CDTF">2026-07-01T15:25:36Z</dcterms:created>
  <dcterms:modified xsi:type="dcterms:W3CDTF">2026-07-01T15:25:36Z</dcterms:modified>
</cp:coreProperties>
</file>